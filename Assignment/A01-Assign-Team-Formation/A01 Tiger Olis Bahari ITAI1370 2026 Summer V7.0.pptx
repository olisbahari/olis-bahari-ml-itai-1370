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4C709F-D3D8-491E-812F-997E3C227E6A}" v="25" dt="2026-06-02T15:56:13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2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F1EDD-3132-4EAE-BF3A-90A4E486EB88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2FE25-2008-4037-B00B-B00CACCA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82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12FE25-2008-4037-B00B-B00CACCA53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02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5114-411D-EAA9-663A-526EC2EDD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CAA6F-16AF-9A6B-1E89-518581270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7BBC7-A1E7-22F7-F4E1-3CB9B1F3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D35F-7F14-4E92-8DFE-10C52C9A3C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47E11-201B-6EE9-1418-587BBECE7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4C2F9-00A2-5676-411B-EFD438A7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F86C-475C-419E-BC4C-06E9A2E8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71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1AA1-BC8D-9D1D-1FC5-83074786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06CAE-0181-C180-CCC8-DB159E16C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C3CE5-8581-D23B-DF1A-7EDCCE41D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D35F-7F14-4E92-8DFE-10C52C9A3C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F5989-4FD4-930C-1CE5-8E77873E6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69BB1-B37B-CB3F-5A7D-9D88F979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F86C-475C-419E-BC4C-06E9A2E8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30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5AAB-48F1-A66D-3339-FED4ACF4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B2091-AF6D-5AB8-17FC-E901DD8DB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E9493-27E7-8C7F-035D-77ECA9268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D35F-7F14-4E92-8DFE-10C52C9A3C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F16A7-12FD-90F3-21BF-5F7EDCD8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1DFBB-8CBD-3165-1ADB-2E47E5B8A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F86C-475C-419E-BC4C-06E9A2E8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99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0E9E-C0B3-E5F2-6464-9587339A5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5D556-B7E7-43B7-55CD-63C7EC3B1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7EB6A-FD4D-B955-955A-01AA461AE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11E77-8FF7-EF20-3222-56A6269DF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D35F-7F14-4E92-8DFE-10C52C9A3C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1A816-759F-F77C-CFBF-13A49B0B8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F4EE5-CB65-50F4-2741-368D9A26A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F86C-475C-419E-BC4C-06E9A2E8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8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136D-6360-70B1-245D-84C472D76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94312-DC58-A6D6-1BA7-AC5840F41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CED42-1F6B-0D11-1A9C-FD2E0EEB9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6DEFC8-CF65-ADEC-206C-C0B4E52D4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5389D-8D7C-276B-C1C4-4816F875F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8F87B9-0D8F-AA15-1F9F-3DACAAAD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D35F-7F14-4E92-8DFE-10C52C9A3C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1A31D3-687E-8C0B-E7F2-94A0DD3AD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778587-44C8-4821-AA46-BCC9829C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F86C-475C-419E-BC4C-06E9A2E8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8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78D6-2DE9-6DA0-E747-D0000679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3FB00B-75E4-C3F7-ACFF-C37BB04F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D35F-7F14-4E92-8DFE-10C52C9A3C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1E98BA-5A10-D3F2-044C-7F9C3206E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506E0-D0BD-D962-4659-B7A0BE23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F86C-475C-419E-BC4C-06E9A2E8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4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844273-A68E-8577-CC7E-E30438ADB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D35F-7F14-4E92-8DFE-10C52C9A3C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1702E7-38B0-F349-0555-BA8BD7041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7ADD9-A117-A357-FA41-B8BFD05E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F86C-475C-419E-BC4C-06E9A2E8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54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3DC8-CF19-C877-04C7-4CEAA71CE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04FCC-CD92-9327-844C-74A22688A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57348-C085-6040-6EE0-61383E2E7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327BF-58AB-CA09-E2C9-73FA31898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D35F-7F14-4E92-8DFE-10C52C9A3C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9D948-517B-AC65-6E0B-A68305334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72736-E722-186F-B3B6-5C2BF6C5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F86C-475C-419E-BC4C-06E9A2E8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99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E201-2F98-2DE0-5506-32E2E7F6C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2324B8-5D72-E254-AE24-EE78343B9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EBAFB-15EE-18C4-F582-2FD1B1A7E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A0675-F7A8-D1CA-BA77-D3D3AD53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D35F-7F14-4E92-8DFE-10C52C9A3C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8C534-2C54-F15A-8641-D029F771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CE122-70AF-433F-A249-253EAFBE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F86C-475C-419E-BC4C-06E9A2E8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92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E7D3-B0D9-F999-BC13-5ADDE5335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E5574-B83F-E3CF-9359-0AA7D0BC3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1C1EE-567D-E7E2-FE60-DBB893155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D35F-7F14-4E92-8DFE-10C52C9A3C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0403-FDFC-05E6-61FB-FAB3B3C2E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A1011-7279-7C06-FA47-28BB114B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F86C-475C-419E-BC4C-06E9A2E8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1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16F7E8-D6AA-27A1-5483-E85C8A023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DF3E5-3C4F-8C5A-EC6C-C92F34340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27B00-0959-AA8B-6021-41135E92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D35F-7F14-4E92-8DFE-10C52C9A3C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BFEB6-603D-81A3-D67E-3B4B4485D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66682-8A40-F60A-8EC3-22957AF6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1F86C-475C-419E-BC4C-06E9A2E8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6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D6A890-E641-B68D-7F0D-ED7A04466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53241-E33B-586F-0853-276067548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58ADB-0E2B-0F50-30E4-23B008FE1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AD35F-7F14-4E92-8DFE-10C52C9A3C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76056-78CE-0AA3-0293-D5F04D862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3CE1F-1D0F-A28D-FFBB-A76050A75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1F86C-475C-419E-BC4C-06E9A2E8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6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hyperlink" Target="https://www.facebook.com/100067996887289/videos/pcb.1298022132474337/847169297670313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C8C989A-F10C-9BEA-0389-4A04DA05C20B}"/>
              </a:ext>
            </a:extLst>
          </p:cNvPr>
          <p:cNvSpPr/>
          <p:nvPr/>
        </p:nvSpPr>
        <p:spPr>
          <a:xfrm>
            <a:off x="104384" y="3557392"/>
            <a:ext cx="11987408" cy="4008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F169C0-CCAC-BBCE-8A10-69CA94477F65}"/>
              </a:ext>
            </a:extLst>
          </p:cNvPr>
          <p:cNvSpPr/>
          <p:nvPr/>
        </p:nvSpPr>
        <p:spPr>
          <a:xfrm>
            <a:off x="100208" y="3945699"/>
            <a:ext cx="11987408" cy="2743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24878E-9379-37C0-041C-2C29CFDB19B0}"/>
              </a:ext>
            </a:extLst>
          </p:cNvPr>
          <p:cNvSpPr/>
          <p:nvPr/>
        </p:nvSpPr>
        <p:spPr>
          <a:xfrm>
            <a:off x="9292616" y="4354323"/>
            <a:ext cx="2735147" cy="225602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634D22-AE66-4AF0-DF04-78AFFF6188DF}"/>
              </a:ext>
            </a:extLst>
          </p:cNvPr>
          <p:cNvSpPr txBox="1"/>
          <p:nvPr/>
        </p:nvSpPr>
        <p:spPr>
          <a:xfrm>
            <a:off x="9971333" y="3565724"/>
            <a:ext cx="132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Olis Bahari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A6F703E-5C9C-BEEC-53CA-635AE904BCB1}"/>
              </a:ext>
            </a:extLst>
          </p:cNvPr>
          <p:cNvGrpSpPr/>
          <p:nvPr/>
        </p:nvGrpSpPr>
        <p:grpSpPr>
          <a:xfrm>
            <a:off x="6256451" y="3580338"/>
            <a:ext cx="2735147" cy="3030012"/>
            <a:chOff x="6256451" y="3580338"/>
            <a:chExt cx="2735147" cy="303001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6B79DEE-48A7-E132-8E2B-CB8C0D117A98}"/>
                </a:ext>
              </a:extLst>
            </p:cNvPr>
            <p:cNvSpPr/>
            <p:nvPr/>
          </p:nvSpPr>
          <p:spPr>
            <a:xfrm>
              <a:off x="6256451" y="4354323"/>
              <a:ext cx="2735147" cy="225602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FC432EB-D4B3-64CD-1740-700B0564CF1F}"/>
                </a:ext>
              </a:extLst>
            </p:cNvPr>
            <p:cNvSpPr txBox="1"/>
            <p:nvPr/>
          </p:nvSpPr>
          <p:spPr>
            <a:xfrm>
              <a:off x="6947694" y="3580338"/>
              <a:ext cx="1327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Eric Smith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C0E95AB-AEA7-E349-F479-13EA075FE484}"/>
              </a:ext>
            </a:extLst>
          </p:cNvPr>
          <p:cNvGrpSpPr/>
          <p:nvPr/>
        </p:nvGrpSpPr>
        <p:grpSpPr>
          <a:xfrm>
            <a:off x="3213894" y="3569900"/>
            <a:ext cx="2735147" cy="3040450"/>
            <a:chOff x="3213894" y="3569900"/>
            <a:chExt cx="2735147" cy="30404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9523C5-76BD-E3D9-70E6-2A676D80D939}"/>
                </a:ext>
              </a:extLst>
            </p:cNvPr>
            <p:cNvSpPr/>
            <p:nvPr/>
          </p:nvSpPr>
          <p:spPr>
            <a:xfrm>
              <a:off x="3213894" y="4354323"/>
              <a:ext cx="2735147" cy="225602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145A3DB-8776-6DD1-A55F-C4EE1156003A}"/>
                </a:ext>
              </a:extLst>
            </p:cNvPr>
            <p:cNvSpPr txBox="1"/>
            <p:nvPr/>
          </p:nvSpPr>
          <p:spPr>
            <a:xfrm>
              <a:off x="3757144" y="3569900"/>
              <a:ext cx="1698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Jose Moreno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587EFD2-22FB-D3BE-1458-FBD4B3CF15CA}"/>
              </a:ext>
            </a:extLst>
          </p:cNvPr>
          <p:cNvGrpSpPr/>
          <p:nvPr/>
        </p:nvGrpSpPr>
        <p:grpSpPr>
          <a:xfrm>
            <a:off x="171337" y="3544847"/>
            <a:ext cx="2735147" cy="3065503"/>
            <a:chOff x="171337" y="3544847"/>
            <a:chExt cx="2735147" cy="306550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B691FE-4F14-71BB-BE58-532D8A0B261E}"/>
                </a:ext>
              </a:extLst>
            </p:cNvPr>
            <p:cNvSpPr/>
            <p:nvPr/>
          </p:nvSpPr>
          <p:spPr>
            <a:xfrm>
              <a:off x="171337" y="4354323"/>
              <a:ext cx="2735147" cy="225602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121A69F-4A84-25CC-B2B3-0C55F59C74AC}"/>
                </a:ext>
              </a:extLst>
            </p:cNvPr>
            <p:cNvSpPr txBox="1"/>
            <p:nvPr/>
          </p:nvSpPr>
          <p:spPr>
            <a:xfrm>
              <a:off x="505513" y="3544847"/>
              <a:ext cx="2192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Tyyotalle Germain</a:t>
              </a:r>
            </a:p>
          </p:txBody>
        </p:sp>
      </p:grpSp>
      <p:sp>
        <p:nvSpPr>
          <p:cNvPr id="24" name="AutoShape 2" descr="Image result for Visionary">
            <a:extLst>
              <a:ext uri="{FF2B5EF4-FFF2-40B4-BE49-F238E27FC236}">
                <a16:creationId xmlns:a16="http://schemas.microsoft.com/office/drawing/2014/main" id="{15C8934D-1253-3024-168E-F621F7B61D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6139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AutoShape 4" descr="Image result for Visionary">
            <a:extLst>
              <a:ext uri="{FF2B5EF4-FFF2-40B4-BE49-F238E27FC236}">
                <a16:creationId xmlns:a16="http://schemas.microsoft.com/office/drawing/2014/main" id="{AED6DA8A-358B-A643-9D51-0B45336B5E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6139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AutoShape 6" descr="Image result for Intellegent">
            <a:extLst>
              <a:ext uri="{FF2B5EF4-FFF2-40B4-BE49-F238E27FC236}">
                <a16:creationId xmlns:a16="http://schemas.microsoft.com/office/drawing/2014/main" id="{1B79B422-D6D9-D095-060C-6DD2755605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6139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447079C-F199-2234-EC4A-00D0AB82BE13}"/>
              </a:ext>
            </a:extLst>
          </p:cNvPr>
          <p:cNvGrpSpPr/>
          <p:nvPr/>
        </p:nvGrpSpPr>
        <p:grpSpPr>
          <a:xfrm>
            <a:off x="3260463" y="113182"/>
            <a:ext cx="5698671" cy="3336471"/>
            <a:chOff x="3225451" y="113182"/>
            <a:chExt cx="5698671" cy="333647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D2CD412-13A9-92E7-C6AE-D03954DC1EF3}"/>
                </a:ext>
              </a:extLst>
            </p:cNvPr>
            <p:cNvSpPr/>
            <p:nvPr/>
          </p:nvSpPr>
          <p:spPr>
            <a:xfrm>
              <a:off x="3225451" y="113182"/>
              <a:ext cx="5698671" cy="33364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BF35F84-4E7F-F85A-EDAC-90777C5F4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042" y="631323"/>
              <a:ext cx="4433917" cy="2713126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A314708-5502-E35B-CED2-32254F25393C}"/>
                </a:ext>
              </a:extLst>
            </p:cNvPr>
            <p:cNvSpPr txBox="1"/>
            <p:nvPr/>
          </p:nvSpPr>
          <p:spPr>
            <a:xfrm>
              <a:off x="5271518" y="149025"/>
              <a:ext cx="17320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/>
                <a:t>Team Tiger</a:t>
              </a:r>
              <a:endParaRPr lang="en-US" sz="1200" b="1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9B780EF-129A-A7D9-A6BA-14ED6A797BED}"/>
              </a:ext>
            </a:extLst>
          </p:cNvPr>
          <p:cNvGrpSpPr/>
          <p:nvPr/>
        </p:nvGrpSpPr>
        <p:grpSpPr>
          <a:xfrm>
            <a:off x="114300" y="87682"/>
            <a:ext cx="2955471" cy="3373975"/>
            <a:chOff x="114300" y="87682"/>
            <a:chExt cx="2955471" cy="3373975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6B08949-88EF-EFF4-925F-C5476EE15E73}"/>
                </a:ext>
              </a:extLst>
            </p:cNvPr>
            <p:cNvSpPr/>
            <p:nvPr/>
          </p:nvSpPr>
          <p:spPr>
            <a:xfrm>
              <a:off x="114300" y="102296"/>
              <a:ext cx="2955471" cy="33593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EE07CFE-B17B-6555-0430-A9AE0FC4BD1C}"/>
                </a:ext>
              </a:extLst>
            </p:cNvPr>
            <p:cNvSpPr txBox="1"/>
            <p:nvPr/>
          </p:nvSpPr>
          <p:spPr>
            <a:xfrm>
              <a:off x="985753" y="87682"/>
              <a:ext cx="11659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Motto </a:t>
              </a:r>
            </a:p>
            <a:p>
              <a:pPr algn="ctr"/>
              <a:r>
                <a:rPr lang="en-US" b="1" dirty="0"/>
                <a:t>Visionary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3BD984D-D551-5C4C-717A-0953BE05C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942" y="684886"/>
              <a:ext cx="2743200" cy="2685307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502A509-1789-2EE7-F5FC-D936EB4304D0}"/>
              </a:ext>
            </a:extLst>
          </p:cNvPr>
          <p:cNvGrpSpPr/>
          <p:nvPr/>
        </p:nvGrpSpPr>
        <p:grpSpPr>
          <a:xfrm>
            <a:off x="9149825" y="114300"/>
            <a:ext cx="2955471" cy="3369128"/>
            <a:chOff x="9149825" y="114300"/>
            <a:chExt cx="2955471" cy="3369128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A86BBD8-1FF9-52E1-DFB4-6F73484B1137}"/>
                </a:ext>
              </a:extLst>
            </p:cNvPr>
            <p:cNvSpPr/>
            <p:nvPr/>
          </p:nvSpPr>
          <p:spPr>
            <a:xfrm>
              <a:off x="9149825" y="124067"/>
              <a:ext cx="2955471" cy="33593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681D1C6-BC88-E07C-1FD0-021993CDE8A5}"/>
                </a:ext>
              </a:extLst>
            </p:cNvPr>
            <p:cNvSpPr txBox="1"/>
            <p:nvPr/>
          </p:nvSpPr>
          <p:spPr>
            <a:xfrm>
              <a:off x="9406296" y="114300"/>
              <a:ext cx="2442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Strength </a:t>
              </a:r>
            </a:p>
            <a:p>
              <a:pPr algn="ctr"/>
              <a:r>
                <a:rPr lang="en-US" b="1" dirty="0"/>
                <a:t>Emotional Intelligent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8953C36B-55DB-E492-B66B-BE8E9FC5A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36389" y="691501"/>
              <a:ext cx="2782343" cy="2672076"/>
            </a:xfrm>
            <a:prstGeom prst="rect">
              <a:avLst/>
            </a:prstGeom>
          </p:spPr>
        </p:pic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D0FA219B-4D5C-342C-AA9E-2BAF30C269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236" y="4359729"/>
            <a:ext cx="2729593" cy="226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2AD51D-0110-D0C3-914E-B5D774EBB430}"/>
              </a:ext>
            </a:extLst>
          </p:cNvPr>
          <p:cNvSpPr txBox="1"/>
          <p:nvPr/>
        </p:nvSpPr>
        <p:spPr>
          <a:xfrm>
            <a:off x="9244208" y="3986144"/>
            <a:ext cx="28183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W218008034@student.hccs.edu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3AF4A-9846-9870-257A-78EB0ADF722D}"/>
              </a:ext>
            </a:extLst>
          </p:cNvPr>
          <p:cNvSpPr txBox="1"/>
          <p:nvPr/>
        </p:nvSpPr>
        <p:spPr>
          <a:xfrm>
            <a:off x="115865" y="3986144"/>
            <a:ext cx="31910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W218484458@student.hccs.edu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9B7B8-E5DA-1510-93C4-599CDBBC66E6}"/>
              </a:ext>
            </a:extLst>
          </p:cNvPr>
          <p:cNvSpPr txBox="1"/>
          <p:nvPr/>
        </p:nvSpPr>
        <p:spPr>
          <a:xfrm>
            <a:off x="7935099" y="200416"/>
            <a:ext cx="816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hlinkClick r:id="rId7"/>
              </a:rPr>
              <a:t>Music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3DE18-E6D2-E698-CEBF-8D17C295B18C}"/>
              </a:ext>
            </a:extLst>
          </p:cNvPr>
          <p:cNvSpPr txBox="1"/>
          <p:nvPr/>
        </p:nvSpPr>
        <p:spPr>
          <a:xfrm>
            <a:off x="3186830" y="3986144"/>
            <a:ext cx="319100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dirty="0"/>
              <a:t>W216039977@student.hccs.edu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96A9C-08FF-E2AC-07AF-C6743FCC3405}"/>
              </a:ext>
            </a:extLst>
          </p:cNvPr>
          <p:cNvSpPr txBox="1"/>
          <p:nvPr/>
        </p:nvSpPr>
        <p:spPr>
          <a:xfrm>
            <a:off x="6182638" y="3986144"/>
            <a:ext cx="31910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W218607880@student.hccs.edu</a:t>
            </a:r>
          </a:p>
        </p:txBody>
      </p:sp>
      <p:pic>
        <p:nvPicPr>
          <p:cNvPr id="3" name="Picture 2" descr="A person taking a selfie&#10;&#10;AI-generated content may be incorrect.">
            <a:extLst>
              <a:ext uri="{FF2B5EF4-FFF2-40B4-BE49-F238E27FC236}">
                <a16:creationId xmlns:a16="http://schemas.microsoft.com/office/drawing/2014/main" id="{94E6FD3F-41E5-128D-EE40-15802218A9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0875" y="4367213"/>
            <a:ext cx="2752725" cy="22383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C7D9F0-FD9F-1606-AC3D-CD409C53CE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0768" y="4311172"/>
            <a:ext cx="2847388" cy="2402779"/>
          </a:xfrm>
          <a:prstGeom prst="rect">
            <a:avLst/>
          </a:prstGeom>
        </p:spPr>
      </p:pic>
      <p:pic>
        <p:nvPicPr>
          <p:cNvPr id="1026" name="Picture 2" descr="What Is Cloud Computing? | PCMag">
            <a:extLst>
              <a:ext uri="{FF2B5EF4-FFF2-40B4-BE49-F238E27FC236}">
                <a16:creationId xmlns:a16="http://schemas.microsoft.com/office/drawing/2014/main" id="{96C666BF-96DF-8CD3-C641-ADE47547F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69" y="4370018"/>
            <a:ext cx="2722575" cy="224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14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45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Olis Bahari</dc:creator>
  <cp:lastModifiedBy>Olis Bahari</cp:lastModifiedBy>
  <cp:revision>35</cp:revision>
  <dcterms:created xsi:type="dcterms:W3CDTF">2026-06-01T20:49:05Z</dcterms:created>
  <dcterms:modified xsi:type="dcterms:W3CDTF">2026-06-08T02:23:59Z</dcterms:modified>
</cp:coreProperties>
</file>